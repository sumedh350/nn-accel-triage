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F0A500"/>
                </a:solidFill>
                <a:latin typeface="Calibri"/>
              </a:rPr>
              <a:t>AGENTIC AI FOR RTL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Agentic AI for Failure Triage and Root-Cause Hinting in NN Accelerator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1">
                <a:solidFill>
                  <a:srgbClr val="C7C9D9"/>
                </a:solidFill>
                <a:latin typeface="Calibri"/>
              </a:rPr>
              <a:t>An end-to-end AI pipeline for automated RTL verification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 i="0">
                <a:solidFill>
                  <a:srgbClr val="6F9CC4"/>
                </a:solidFill>
                <a:latin typeface="Calibri"/>
              </a:rPr>
              <a:t>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342x speedup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5043" y="57607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96.5%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0007" y="57607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131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4971" y="57607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255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57607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13 fault variants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23560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02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Verification costs 60-</a:t>
            </a:r>
            <a:r>
              <a:rPr sz="2000" b="1" i="0">
                <a:solidFill>
                  <a:srgbClr val="F0A500"/>
                </a:solidFill>
                <a:latin typeface="Calibri"/>
              </a:rPr>
              <a:t>70%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of total chip development time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A single chip has millions of simulation failures per tapeout cycle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Engineers manually read logs, hypothesize root causes, run follow-up tests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Average 45 minutes per failure cluster for an experienced engineer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Bottleneck: expert-dependent, slow, error-prone, not scalable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Why Neural Network Accelerators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03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NN accelerators are the fastest-growing chip category (GPUs, TPUs, NPUs)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Complex fixed-point arithmetic: quantization, accumulation, memory arbitration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Unique failure modes: sign extension errors, accumulator overflow, quantization drift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Verification complexity grows with model size and precision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04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Build a layered testbench for a small NN accelerator RTL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Inject fault variants to create a realistic regression database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Extract features from failures automatically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Cluster failures by symptom using rule-based + DBSCAN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Generate natural-language root-cause reports using Claude AI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Benchmark AI triage speed and accuracy against manual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Five Core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05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(i)   Verify functional correctness across tensor shapes, quantization, memory behaviors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(ii)  Cluster regression failures automatically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(iii) Generate natural-language debug summaries and root-cause hints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(iv)  Compare triage time against manual methods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(v)   Package a reproducible failure-analysis benchmark others can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Key Results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06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342x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speedup on original benchmark (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4 faults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,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27 records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)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293x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speedup on expanded benchmark (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13 faults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,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255 records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)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96.5%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classification accuracy on detectable faults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33 latent faults detected (passed simulation but contain RTL bugs)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131 tests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passing, fully reproducible with Docker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Open-source benchmark dataset released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Full Pipeline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07 /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RTL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6395" y="2148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CocoTB
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2710" y="2148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regression_
db.jsonl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9025" y="2148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Feature
Extractor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25340" y="2148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Clusterer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Triage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6395" y="4434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RAG 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2710" y="4434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Debug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9025" y="4434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5340" y="4434840"/>
            <a:ext cx="1926275" cy="1051560"/>
          </a:xfrm>
          <a:prstGeom prst="roundRect">
            <a:avLst/>
          </a:prstGeom>
          <a:solidFill>
            <a:srgbClr val="282B4A"/>
          </a:solidFill>
          <a:ln w="1905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66355" y="2601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812670" y="2601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058985" y="2601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305300" y="2601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2566355" y="4887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812670" y="4887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058985" y="4887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9305300" y="4887468"/>
            <a:ext cx="320040" cy="146304"/>
          </a:xfrm>
          <a:prstGeom prst="righ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1502633" y="3200400"/>
            <a:ext cx="201168" cy="822960"/>
          </a:xfrm>
          <a:prstGeom prst="down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0" i="0">
                <a:solidFill>
                  <a:srgbClr val="C7C9D9"/>
                </a:solidFill>
                <a:latin typeface="Calibri"/>
              </a:rPr>
              <a:t>One append-only log feeds a fully automated clustering + LLM triage pipeline, ending in a self-contained HTML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08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RTL: SystemVerilog (Verilator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5.x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simulator)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Testbench: CocoTB 2.0.1 (Python-based hardware simulation)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Reference Models: NumPy (pure Python golden models)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AI: Claude Sonnet 4.6 via Anthropic API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Clustering: scikit-learn DBSCAN + rule-based classifier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RAG: TF-IDF similarity (sklearn)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Testing: pytest (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131 tests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)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Packaging: Docker + docker-compose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Project Timeline (20 Sessions)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09 /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2743200"/>
                <a:gridCol w="59436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1-4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1 (RTL)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Write 4 RTL modules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mac_array.sv, quant_unit.sv, mem_arbiter.sv, control_fsm.sv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NumPy reference models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mac_ref.py, quant_ref.py (36 tests)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6-7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CocoTB testbenches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test_mac_array.py, test_quant_unit.py (51 tests)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Fault injection + regression DB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4 fault variants, 27 records, mismatch schema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Feature extractor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13 features per record (64 tests)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Clusterer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DBSCAN + rule-based (79 tests)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Triage agent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Claude API integration (87 tests)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RAG store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TF-IDF similarity retrieval (101 tests)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Multi-turn debug loop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Convergence criteria (106 tests)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Ground truth + eval metrics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precision/recall/F1 (111 tests)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Benchmark runner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342x speedup result (116 tests)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Static HTML dashboard (120 tests)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Docker + README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One-command reproduce (120 tests)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18-19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13 faults + VCD parser + abstract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Calibri"/>
                        </a:rPr>
                        <a:t>96.5% accuracy (131 tests)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Repository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10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rtl/: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SystemVerilog RTL modules + </a:t>
            </a:r>
            <a:r>
              <a:rPr sz="1700" b="1" i="0">
                <a:solidFill>
                  <a:srgbClr val="F0A500"/>
                </a:solidFill>
                <a:latin typeface="Calibri"/>
              </a:rPr>
              <a:t>13 fault variants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tb/: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CocoTB testbench + NumPy reference models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triage/: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Feature extractor, clusterer, triage agent, RAG store, debug loop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benchmark/: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Benchmark runner, evaluator, ground truth labels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dashboard/: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Static HTML dashboard generator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reports/: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Generated outputs (dashboard.html, benchmark JSON, REPORT.md)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docker/: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Dockerfile, run_pipeline.sh, docker-compose.yml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regression_db.jsonl: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255-record append-only central log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requirements.txt + pytest.ini: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Python dependencies and test config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RTL DESIGN &amp; 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RTL Module 1: mac_array.sv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11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Parameterized NxN systolic-style MAC array (default N=4)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DATA_TYPE: INT8 (8-bit in, 32-bit acc), INT16 (16-bit in, 48-bit acc), FP16 stub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FSM: IDLE → COMPUTE (N cycles) → DONE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AXI-style valid/ready handshake on input and output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Synchronous active-low reset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Lint-clean: zero Verilator warnings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RTL DESIGN &amp; 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RTL Module 2: quant_unit.sv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12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20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Per-channel INT8 asymmetric quantization</a:t>
            </a:r>
          </a:p>
          <a:p>
            <a:pPr>
              <a:spcAft>
                <a:spcPts val="20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Formula: q[i][j] = clamp(((acc[i][j] * scale[i]) &gt;&gt;&gt; shift[i]) + zero_pt[i], -128, 127)</a:t>
            </a:r>
          </a:p>
          <a:p>
            <a:pPr>
              <a:spcAft>
                <a:spcPts val="20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Channel axis = output row; per-channel scale (16-bit), shift (5-bit), zero_pt (INT8)</a:t>
            </a:r>
          </a:p>
          <a:p>
            <a:pPr>
              <a:spcAft>
                <a:spcPts val="20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Single-cycle latency (combinational quantization path)</a:t>
            </a:r>
          </a:p>
          <a:p>
            <a:pPr>
              <a:spcAft>
                <a:spcPts val="20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PROD_W = ACC_W + SCALE_W + 1 = 49-bit intermediate precision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RTL DESIGN &amp; 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RTL Modules 3 and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13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227167" cy="50292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9528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800" b="1" i="0">
                <a:solidFill>
                  <a:srgbClr val="F0A500"/>
                </a:solidFill>
                <a:latin typeface="Consolas"/>
              </a:rPr>
              <a:t>mem_arbiter.sv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044287" cy="3840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Shared SRAM arbiter for weight and activation memory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Round-robin arbitration, bank-conflict detection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1-cycle stall penalty on conflict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508760"/>
            <a:ext cx="5227167" cy="50292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508760"/>
            <a:ext cx="49528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800" b="1" i="0">
                <a:solidFill>
                  <a:srgbClr val="F0A500"/>
                </a:solidFill>
                <a:latin typeface="Consolas"/>
              </a:rPr>
              <a:t>control_fsm.sv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194560"/>
            <a:ext cx="5044287" cy="3840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Top-level sequencer instantiating all 3 modules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FSM: IDLE → LOAD → COMPUTE → QUANTIZE → STORE → DONE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Start/done pulse handshake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RTL DESIGN &amp; 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CocoTB Testbench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14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CocoTB 2.0.1 with Verilator </a:t>
            </a:r>
            <a:r>
              <a:rPr sz="1800" b="1" i="0">
                <a:solidFill>
                  <a:srgbClr val="F0A500"/>
                </a:solidFill>
                <a:latin typeface="Calibri"/>
              </a:rPr>
              <a:t>5.x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 backend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SV wrapper modules flatten unpacked 2D ports to packed flat buses (VPI limitation)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Handshake protocol: valid/ready, ReadOnly() phase discipline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21 mac_array tests × 3 configs = 63 test runs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30 quant_unit tests × 3 configs = 90 test runs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All expected values from NumPy reference models — no hardcoded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RTL DESIGN &amp; 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NumPy Reference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15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227167" cy="50292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9528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800" b="1" i="0">
                <a:solidFill>
                  <a:srgbClr val="F0A500"/>
                </a:solidFill>
                <a:latin typeface="Consolas"/>
              </a:rPr>
              <a:t>mac_ref.py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044287" cy="3840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Pure NumPy NxN matrix multiply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INT8 → int32 output, INT16 → int64 (48-bit wrapped), FP16 → zeros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Matches mac_array.sv exactly: sign-extension, accumulator wrap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508760"/>
            <a:ext cx="5227167" cy="50292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508760"/>
            <a:ext cx="495284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800" b="1" i="0">
                <a:solidFill>
                  <a:srgbClr val="F0A500"/>
                </a:solidFill>
                <a:latin typeface="Consolas"/>
              </a:rPr>
              <a:t>quant_ref.py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194560"/>
            <a:ext cx="5044287" cy="3840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Per-channel asymmetric INT8 quantization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Arithmetic right-shift via Python int (arbitrary precision, no int64 overflow)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Matches quant_unit.sv formula exactly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RTL DESIGN &amp; 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Test Suite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16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After Session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81912"/>
            <a:ext cx="1817547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1995" y="150876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36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After Session 7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(CocoTB added)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30552"/>
            <a:ext cx="2574859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9307" y="205740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51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After Session 8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(TestGenerator added)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79192"/>
            <a:ext cx="2827296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1744" y="260604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56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After Session 9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(feature extractor added)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27832"/>
            <a:ext cx="3231196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5644" y="315468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64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After Session 10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(clusterer added)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776472"/>
            <a:ext cx="3988507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2955" y="370332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79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5196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After Session 13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(full triage pipeline)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325112"/>
            <a:ext cx="5351668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6116" y="425196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106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After Session 17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(benchmark + dashboard)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873752"/>
            <a:ext cx="6058493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2941" y="480060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120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Final (Session 18-19)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5422392"/>
            <a:ext cx="6613855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8303" y="534924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131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F0A500"/>
                </a:solidFill>
                <a:latin typeface="Calibri"/>
              </a:rPr>
              <a:t>All sessions: 0 failures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FAULT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Fault Injection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17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13 fault variants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across mac_array.sv and quant_unit.sv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Each fault = exactly one targeted string substitution in the RTL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scripts/generate_faults.py verifies exactly one diff hunk per file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Software fault models in Python mirror each RTL change for DB population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Two types: detectable faults (cause simulation failures) and latent faults (pass simulation)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FAULT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mac_array Fault 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18 /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3291840"/>
                <a:gridCol w="20116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Detectable?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fault_acc_overflow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ACC_W 32→16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Wraps at ±32,767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fault_wrong_sign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A_reg signed→unsigned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Zero-extends A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fault_off_by_one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loop exit N-1→N-2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Misses last product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fault_reset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!rst_n→rst_n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Never resets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fault_acc_w24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ACC_W 32→24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Latent for N=4 INT8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fault_acc_w20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ACC_W 32→20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Latent for N=4 INT8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fault_loop_over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i&lt;N → i&lt;=N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OOB write row 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fault_subtract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acc + → acc -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Negated products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fault_b_unsigned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B_reg signed→unsigned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Zero-extends B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FAULT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quant_unit Fault 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19 /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926080"/>
                <a:gridCol w="3108960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Detectable?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fault_quant_reset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!rst_n→rst_n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Never resets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fault_quant_shift_fixed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shift[i]→1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Wrong shift amount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6F9CC4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fault_quant_no_clamp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clamp removed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Values wrap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6F9CC4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fault_quant_wrong_sign_zp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zero_pt signed→unsigned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FFFFFF"/>
                          </a:solidFill>
                          <a:latin typeface="Calibri"/>
                        </a:rPr>
                        <a:t>Wrong bias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6F9CC4"/>
                          </a:solidFill>
                          <a:latin typeface="Calibri"/>
                        </a:rPr>
                        <a:t>Partially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9502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F0A500"/>
                </a:solidFill>
                <a:latin typeface="Calibri"/>
              </a:rPr>
              <a:t>(golden: no fault, all pass)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FAULT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Latent Fault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20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5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33 out of </a:t>
            </a:r>
            <a:r>
              <a:rPr sz="1800" b="1" i="0">
                <a:solidFill>
                  <a:srgbClr val="F0A500"/>
                </a:solidFill>
                <a:latin typeface="Calibri"/>
              </a:rPr>
              <a:t>255 records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 PASS simulation despite containing injected RTL bugs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Breakdown: fault_acc_w24 (12), fault_acc_w20 (12), 3 quant latent records (9)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Why latent: max possible sum for N=4 INT8 is 64,516 — fits in 20 and 24 bits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Standard regression: engineer sees green checkmark, assumes RTL is correct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Our system: latent_fault cluster flags these as suspicious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Fix: increase N, use larger inputs, or apply formal verification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This is a REAL industry problem — latent bugs cause post-silicon failures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FAULT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Regression 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21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6035040" cy="4206240"/>
          </a:xfrm>
          <a:prstGeom prst="rect">
            <a:avLst/>
          </a:prstGeom>
          <a:solidFill>
            <a:srgbClr val="22223E"/>
          </a:solidFill>
          <a:ln w="12700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5577840" cy="3840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run_id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UUID string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timestamp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ISO-8601 UTC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dut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mac_array | quant_unit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variant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golden | fault_*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config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{n, data_type, acc_w}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test_name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short description with seed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status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pass | fail | error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>mismatch_details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null (pass) or {total_elements,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0A500"/>
                </a:solidFill>
                <a:latin typeface="Consolas"/>
              </a:rPr>
              <a:t/>
            </a:r>
            <a:r>
              <a:rPr sz="1400" b="0" i="0">
                <a:solidFill>
                  <a:srgbClr val="FFFFFF"/>
                </a:solidFill>
                <a:latin typeface="Consolas"/>
              </a:rPr>
              <a:t>:   mismatch_count, max_abs_error, first_mismatch}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508760"/>
            <a:ext cx="4510735" cy="960120"/>
          </a:xfrm>
          <a:prstGeom prst="rect">
            <a:avLst/>
          </a:prstGeom>
          <a:solidFill>
            <a:srgbClr val="282B4A"/>
          </a:solidFill>
          <a:ln w="9525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2000" b="1" i="0">
                <a:solidFill>
                  <a:srgbClr val="F0A500"/>
                </a:solidFill>
                <a:latin typeface="Calibri"/>
              </a:rPr>
              <a:t>255 records</a:t>
            </a:r>
          </a:p>
          <a:p>
            <a:r>
              <a:rPr sz="1200" b="0" i="0">
                <a:solidFill>
                  <a:srgbClr val="C7C9D9"/>
                </a:solidFill>
                <a:latin typeface="Calibri"/>
              </a:rPr>
              <a:t>total regression database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606040"/>
            <a:ext cx="4510735" cy="960120"/>
          </a:xfrm>
          <a:prstGeom prst="rect">
            <a:avLst/>
          </a:prstGeom>
          <a:solidFill>
            <a:srgbClr val="282B4A"/>
          </a:solidFill>
          <a:ln w="9525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2000" b="1" i="0">
                <a:solidFill>
                  <a:srgbClr val="F0A500"/>
                </a:solidFill>
                <a:latin typeface="Calibri"/>
              </a:rPr>
              <a:t>87 golden passes</a:t>
            </a:r>
          </a:p>
          <a:p>
            <a:r>
              <a:rPr sz="1200" b="0" i="0">
                <a:solidFill>
                  <a:srgbClr val="C7C9D9"/>
                </a:solidFill>
                <a:latin typeface="Calibri"/>
              </a:rPr>
              <a:t>golden RTL, zero mismatches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703320"/>
            <a:ext cx="4510735" cy="960120"/>
          </a:xfrm>
          <a:prstGeom prst="rect">
            <a:avLst/>
          </a:prstGeom>
          <a:solidFill>
            <a:srgbClr val="282B4A"/>
          </a:solidFill>
          <a:ln w="9525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2000" b="1" i="0">
                <a:solidFill>
                  <a:srgbClr val="F0A500"/>
                </a:solidFill>
                <a:latin typeface="Calibri"/>
              </a:rPr>
              <a:t>33 latent passes</a:t>
            </a:r>
          </a:p>
          <a:p>
            <a:r>
              <a:rPr sz="1200" b="0" i="0">
                <a:solidFill>
                  <a:srgbClr val="C7C9D9"/>
                </a:solidFill>
                <a:latin typeface="Calibri"/>
              </a:rPr>
              <a:t>fault variants that still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4800600"/>
            <a:ext cx="4510735" cy="960120"/>
          </a:xfrm>
          <a:prstGeom prst="rect">
            <a:avLst/>
          </a:prstGeom>
          <a:solidFill>
            <a:srgbClr val="282B4A"/>
          </a:solidFill>
          <a:ln w="9525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2000" b="1" i="0">
                <a:solidFill>
                  <a:srgbClr val="F0A500"/>
                </a:solidFill>
                <a:latin typeface="Calibri"/>
              </a:rPr>
              <a:t>135 detectable failures</a:t>
            </a:r>
          </a:p>
          <a:p>
            <a:r>
              <a:rPr sz="1200" b="0" i="0">
                <a:solidFill>
                  <a:srgbClr val="C7C9D9"/>
                </a:solidFill>
                <a:latin typeface="Calibri"/>
              </a:rPr>
              <a:t>fault variants that fail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Feature Extractor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22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Identity: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run_id, dut, variant, test_name, status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Config: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config_n, config_data_type, config_acc_w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Numeric: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mismatch_rate (0.0-1.0), max_abs_error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Bucketed: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error_magnitude_bucket (none/small/medium/large)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Symptom flags: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has_reset_symptom, has_overflow_symptom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Waveform: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first_divergence_cycle, total_cycles (from VCD parser)</a:t>
            </a:r>
          </a:p>
          <a:p>
            <a:pPr>
              <a:spcAft>
                <a:spcPts val="0"/>
              </a:spcAft>
            </a:pPr>
            <a:r>
              <a:rPr sz="1500" b="1" i="0">
                <a:solidFill>
                  <a:srgbClr val="F0A500"/>
                </a:solidFill>
                <a:latin typeface="Calibri"/>
              </a:rPr>
              <a:t>13 features extracted per record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Rule-Based Clusterer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23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1.  has_reset_symptom=True → reset_fault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2.  has_overflow_symptom=True → overflow_fault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3.  bucket=large, no overflow/reset → sign_error OR arithmetic_error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4.  bucket=medium, rate≥0.999 → off_by_one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5.  quant faults by error range → shift_error / saturation_error / zero_point_error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6.  status=pass, variant≠golden → latent_fault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7.  status=pass, variant=golden → clean_pass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8.  else → uncategorized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6F9CC4"/>
                </a:solidFill>
                <a:latin typeface="Calibri"/>
              </a:rPr>
              <a:t/>
            </a:r>
            <a:r>
              <a:rPr sz="1700" b="0" i="0">
                <a:solidFill>
                  <a:srgbClr val="FFFFFF"/>
                </a:solidFill>
                <a:latin typeface="Calibri"/>
              </a:rPr>
              <a:t>Plus DBSCAN on 5-element normalized feature vector for outlier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Triage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24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Groups clustered records by cluster_label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Skips clean_pass (no API call needed)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For each failure cluster: builds rich prompt with test names, mismatch rates, error ranges, symptom flags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Calls claude-sonnet-4-6 (max_tokens=1024 for large clusters)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Parses JSON response: likely_cause, confidence, recommended_debug_steps, affected_configs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affected_configs built deterministically from records (not from Claude) to prevent hallucination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Falls back gracefully on API error or malformed JSON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RAG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25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Stores historical triage reports for retrieval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Each record converted to token string: label_overflow_fault bucket_large dut_mac_array n_4 rate_very_high overflow_symptom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TF-IDF vectorizer fits on all stored tokens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Cosine similarity query returns top-k most similar past failures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Each result includes: similarity score + matched_fields list (explainable)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Lazy index rebuild: only refit when new entries added</a:t>
            </a:r>
          </a:p>
          <a:p>
            <a:pPr>
              <a:spcAft>
                <a:spcPts val="13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Save/load to JSON for persistence across sessions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Multi-Turn Debug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26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Wraps triage agent in iterative conversation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Turn 1: initial hypothesis from cluster summary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If confidence &lt; high: generates programmatic follow-up question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6F9CC4"/>
                </a:solidFill>
                <a:latin typeface="Calibri"/>
              </a:rPr>
              <a:t>      ‣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overflow symptom not mentioned → ask about accumulator width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6F9CC4"/>
                </a:solidFill>
                <a:latin typeface="Calibri"/>
              </a:rPr>
              <a:t>      ‣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reset symptom not mentioned → ask about reset polarity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6F9CC4"/>
                </a:solidFill>
                <a:latin typeface="Calibri"/>
              </a:rPr>
              <a:t>      ‣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otherwise → ask for alternative hypothesis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Turn N: refined hypothesis with updated confidence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Converges when confidence = high OR max_turns reached (default 3)</a:t>
            </a:r>
          </a:p>
          <a:p>
            <a:pPr>
              <a:spcAft>
                <a:spcPts val="1000"/>
              </a:spcAft>
            </a:pPr>
            <a:r>
              <a:rPr sz="16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Returns: final report + full conversation history + converged flag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Example Triage Report: overflow_fault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27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10911535" cy="4846320"/>
          </a:xfrm>
          <a:prstGeom prst="rect">
            <a:avLst/>
          </a:prstGeom>
          <a:solidFill>
            <a:srgbClr val="22223E"/>
          </a:solidFill>
          <a:ln w="15875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10911535" cy="59436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777240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800" b="0" i="0">
                <a:solidFill>
                  <a:srgbClr val="C7C9D9"/>
                </a:solidFill>
                <a:latin typeface="Calibri"/>
              </a:rPr>
              <a:t>Cluster: </a:t>
            </a:r>
            <a:r>
              <a:rPr sz="1800" b="1" i="0">
                <a:solidFill>
                  <a:srgbClr val="FFFFFF"/>
                </a:solidFill>
                <a:latin typeface="Consolas"/>
              </a:rPr>
              <a:t>overflow_fault (3 records)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2815" y="1618488"/>
            <a:ext cx="1645920" cy="384048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CONFIDENCE: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10454335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500" b="1" i="0">
                <a:solidFill>
                  <a:srgbClr val="F0A500"/>
                </a:solidFill>
                <a:latin typeface="Calibri"/>
              </a:rPr>
              <a:t>Likely cause: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Accumulator declared as 16-bit signed instead of required 32-bit width. Large partial sums wrap at ±32,767, producing the characteristic 65,536 error magnitude.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454335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F0A500"/>
                </a:solidFill>
                <a:latin typeface="Calibri"/>
              </a:rPr>
              <a:t>Recommended debug steps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F9CC4"/>
                </a:solidFill>
                <a:latin typeface="Calibri"/>
              </a:rPr>
              <a:t>  1.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Check ACC_W parameter in mac_array.sv — should be 32 for INT8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F9CC4"/>
                </a:solidFill>
                <a:latin typeface="Calibri"/>
              </a:rPr>
              <a:t>  2.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Add directed test with all-127 inputs to force accumulator overflow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F9CC4"/>
                </a:solidFill>
                <a:latin typeface="Calibri"/>
              </a:rPr>
              <a:t>  3.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Probe accumulator MSB in waveform at end of COMPUTE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Affected configs: </a:t>
            </a:r>
            <a:r>
              <a:rPr sz="1300" b="0" i="0">
                <a:solidFill>
                  <a:srgbClr val="C7C9D9"/>
                </a:solidFill>
                <a:latin typeface="Consolas"/>
              </a:rPr>
              <a:t>mac_array/N=4/fault_acc_overflow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Example Triage Report: latent_fault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28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10911535" cy="4846320"/>
          </a:xfrm>
          <a:prstGeom prst="rect">
            <a:avLst/>
          </a:prstGeom>
          <a:solidFill>
            <a:srgbClr val="22223E"/>
          </a:solidFill>
          <a:ln w="15875">
            <a:solidFill>
              <a:srgbClr val="4A7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10911535" cy="59436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777240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800" b="0" i="0">
                <a:solidFill>
                  <a:srgbClr val="C7C9D9"/>
                </a:solidFill>
                <a:latin typeface="Calibri"/>
              </a:rPr>
              <a:t>Cluster: </a:t>
            </a:r>
            <a:r>
              <a:rPr sz="1800" b="1" i="0">
                <a:solidFill>
                  <a:srgbClr val="FFFFFF"/>
                </a:solidFill>
                <a:latin typeface="Consolas"/>
              </a:rPr>
              <a:t>latent_fault (33 records)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2815" y="1618488"/>
            <a:ext cx="1645920" cy="384048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CONFIDENCE: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10454335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500" b="1" i="0">
                <a:solidFill>
                  <a:srgbClr val="F0A500"/>
                </a:solidFill>
                <a:latin typeface="Calibri"/>
              </a:rPr>
              <a:t>Likely cause: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These are pass results from fault variants where the injected bug is mathematically undetectable with current test vectors. The accumulator narrowed to 20-24 bits cannot overflow with 8-bit inputs and N=4 accumulation steps (max sum = 64,516 &lt; 2^20).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454335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F0A500"/>
                </a:solidFill>
                <a:latin typeface="Calibri"/>
              </a:rPr>
              <a:t>Recommended debug steps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F9CC4"/>
                </a:solidFill>
                <a:latin typeface="Calibri"/>
              </a:rPr>
              <a:t>  1.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Increase N or use larger input magnitudes to exercise the fault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F9CC4"/>
                </a:solidFill>
                <a:latin typeface="Calibri"/>
              </a:rPr>
              <a:t>  2.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Add directed tests targeting accumulator boundary values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F9CC4"/>
                </a:solidFill>
                <a:latin typeface="Calibri"/>
              </a:rPr>
              <a:t>  3.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Consider formal verification for latent coverage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Affected configs: </a:t>
            </a:r>
            <a:r>
              <a:rPr sz="1300" b="0" i="0">
                <a:solidFill>
                  <a:srgbClr val="C7C9D9"/>
                </a:solidFill>
                <a:latin typeface="Consolas"/>
              </a:rPr>
              <a:t>mac_array/N=4/fault_acc_w20, mac_array/N=4/fault_acc_w24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AI TRIAGE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VCD Waveform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29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Verilator generates dump.vcd in sim_build_*/ directories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triage/vcd_parser.py parses VCD using Python stdlib only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Extracts: first_divergence_cycle, total_cycles, diverging_signals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first_divergence_cycle: clock cycle when out_valid first goes high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Reset faults diverge at cycle 0-2; accumulator faults diverge later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Adds temporal context to feature vectors for clustering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Handles missing/empty VCD gracefully (returns None)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BENCHMARK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Evaluation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30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5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Ground truth: benchmark/ground_truth.json maps each variant to canonical label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9 ground truth labels: no_fault, accumulator_overflow, sign_extension_error, loop_boundary_error, arithmetic_error, reset_polarity_error, shift_error, saturation_error, zero_point_error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Metrics: precision, recall, F1 per label + overall accuracy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Implemented from scratch (no sklearn) using confusion matrix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Manual baseline: 45 minutes per failure cluster (industry estimate)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Speedup = manual_baseline_seconds / total_ai_time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BENCHMARK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Main Results (Expanded Benchmark)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31 /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91640"/>
          <a:ext cx="107899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840480"/>
                <a:gridCol w="2834640"/>
              </a:tblGrid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0A5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0A500"/>
                          </a:solidFill>
                          <a:latin typeface="Calibri"/>
                        </a:rPr>
                        <a:t>LLM-Augmented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0A500"/>
                          </a:solidFill>
                          <a:latin typeface="Calibri"/>
                        </a:rPr>
                        <a:t>Rule-Based Only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Overall accuracy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96.5% (246/255)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96.5% (246/255)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Mean confidence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AI pipeline time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46 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0.1 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Manual baseline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225 min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225 min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Speedup vs manual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293x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63,000x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Latent faults detected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33/255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33/255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Failure clusters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Test suite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131 tests, 0 failures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0A5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BENCHMARK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Per-Label Precision / Recall / F1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32 /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737360"/>
                <a:gridCol w="1554480"/>
                <a:gridCol w="1554480"/>
                <a:gridCol w="1737360"/>
              </a:tblGrid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0A500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76200" marR="76200" marT="38100" marB="38100" anchor="ctr">
                    <a:solidFill>
                      <a:srgbClr val="282B4A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accumulator_overflow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0.812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arithmetic_error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loop_boundary_error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no_fault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reset_polarity_error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saturation_error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shift_error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sign_extension_error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zero_point_error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solidFill>
                      <a:srgbClr val="22223E"/>
                    </a:solidFill>
                  </a:tcPr>
                </a:tc>
              </a:tr>
              <a:tr h="40733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0.965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0A5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BENCHMARK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Why Accuracy Is Equal for Rule-Based and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33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3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Rules handle KNOWN fault categories — already near-optimal at </a:t>
            </a:r>
            <a:r>
              <a:rPr sz="1750" b="1" i="0">
                <a:solidFill>
                  <a:srgbClr val="F0A500"/>
                </a:solidFill>
                <a:latin typeface="Calibri"/>
              </a:rPr>
              <a:t>96.5%</a:t>
            </a:r>
          </a:p>
          <a:p>
            <a:pPr>
              <a:spcAft>
                <a:spcPts val="13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LLM cannot improve classification accuracy on pre-defined categories</a:t>
            </a:r>
          </a:p>
          <a:p>
            <a:pPr>
              <a:spcAft>
                <a:spcPts val="13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LLM VALUE is elsewhere:</a:t>
            </a:r>
          </a:p>
          <a:p>
            <a:pPr>
              <a:spcAft>
                <a:spcPts val="1300"/>
              </a:spcAft>
            </a:pPr>
            <a:r>
              <a:rPr sz="1750" b="1" i="0">
                <a:solidFill>
                  <a:srgbClr val="6F9CC4"/>
                </a:solidFill>
                <a:latin typeface="Calibri"/>
              </a:rPr>
              <a:t>      ‣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Natural language explanation of root cause</a:t>
            </a:r>
          </a:p>
          <a:p>
            <a:pPr>
              <a:spcAft>
                <a:spcPts val="1300"/>
              </a:spcAft>
            </a:pPr>
            <a:r>
              <a:rPr sz="1750" b="1" i="0">
                <a:solidFill>
                  <a:srgbClr val="6F9CC4"/>
                </a:solidFill>
                <a:latin typeface="Calibri"/>
              </a:rPr>
              <a:t>      ‣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Actionable debug steps (which file, which line, which test)</a:t>
            </a:r>
          </a:p>
          <a:p>
            <a:pPr>
              <a:spcAft>
                <a:spcPts val="1300"/>
              </a:spcAft>
            </a:pPr>
            <a:r>
              <a:rPr sz="1750" b="1" i="0">
                <a:solidFill>
                  <a:srgbClr val="6F9CC4"/>
                </a:solidFill>
                <a:latin typeface="Calibri"/>
              </a:rPr>
              <a:t>      ‣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Confidence scoring (flags ambiguous cases)</a:t>
            </a:r>
          </a:p>
          <a:p>
            <a:pPr>
              <a:spcAft>
                <a:spcPts val="1300"/>
              </a:spcAft>
            </a:pPr>
            <a:r>
              <a:rPr sz="1750" b="1" i="0">
                <a:solidFill>
                  <a:srgbClr val="6F9CC4"/>
                </a:solidFill>
                <a:latin typeface="Calibri"/>
              </a:rPr>
              <a:t>      ‣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Novel fault handling (rules return uncategorized; LLM still reasons)</a:t>
            </a:r>
          </a:p>
          <a:p>
            <a:pPr>
              <a:spcAft>
                <a:spcPts val="13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This is an honest and important finding: LLM as explainer, not classifier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BENCHMARK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Pipeline Stage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34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Load + parse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&lt;0.1%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81912"/>
            <a:ext cx="803736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3864" y="150876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2.5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Feature extraction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&lt;0.1%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130552"/>
            <a:ext cx="301540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668" y="205740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0.6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Clustering (DBSCAN)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0.2%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679192"/>
            <a:ext cx="2872529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2657" y="260604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87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Claude API triage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99.8%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227832"/>
            <a:ext cx="6888175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8303" y="315468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46.0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Evaluation</a:t>
            </a:r>
            <a:r>
              <a:rPr sz="1100" b="0" i="0">
                <a:solidFill>
                  <a:srgbClr val="C7C9D9"/>
                </a:solidFill>
                <a:latin typeface="Calibri"/>
              </a:rPr>
              <a:t>  &lt;0.1%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776472"/>
            <a:ext cx="168325" cy="329184"/>
          </a:xfrm>
          <a:prstGeom prst="rect">
            <a:avLst/>
          </a:prstGeom>
          <a:solidFill>
            <a:srgbClr val="4A79A5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453" y="370332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solidFill>
                  <a:srgbClr val="F0A500"/>
                </a:solidFill>
                <a:latin typeface="Calibri"/>
              </a:rPr>
              <a:t>0.3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434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F0A500"/>
                </a:solidFill>
                <a:latin typeface="Calibri"/>
              </a:rPr>
              <a:t>Total ≈ 46 s with LLM. Without LLM: total = 90 ms (</a:t>
            </a:r>
            <a:r>
              <a:rPr sz="1400" b="1" i="0">
                <a:solidFill>
                  <a:srgbClr val="F0A500"/>
                </a:solidFill>
                <a:latin typeface="Calibri"/>
              </a:rPr>
              <a:t>63,000x</a:t>
            </a:r>
            <a:r>
              <a:rPr sz="1400" b="1" i="0">
                <a:solidFill>
                  <a:srgbClr val="F0A500"/>
                </a:solidFill>
                <a:latin typeface="Calibri"/>
              </a:rPr>
              <a:t> speedup)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Latent Fault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35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5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1" i="0">
                <a:solidFill>
                  <a:srgbClr val="F0A500"/>
                </a:solidFill>
                <a:latin typeface="Calibri"/>
              </a:rPr>
              <a:t>33 records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 PASS simulation = standard regression marks them GREEN</a:t>
            </a:r>
          </a:p>
          <a:p>
            <a:pPr>
              <a:spcAft>
                <a:spcPts val="15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Engineer sees no failures, assumes RTL is correct</a:t>
            </a:r>
          </a:p>
          <a:p>
            <a:pPr>
              <a:spcAft>
                <a:spcPts val="15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Reality: RTL contains an injected bug that will manifest with different inputs</a:t>
            </a:r>
          </a:p>
          <a:p>
            <a:pPr>
              <a:spcAft>
                <a:spcPts val="15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Our system correctly labels them latent_fault and flags for investigation</a:t>
            </a:r>
          </a:p>
          <a:p>
            <a:pPr>
              <a:spcAft>
                <a:spcPts val="15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Root cause: test vectors don't stress the fault condition</a:t>
            </a:r>
          </a:p>
          <a:p>
            <a:pPr>
              <a:spcAft>
                <a:spcPts val="15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Industry relevance: latent bugs discovered post-silicon cost millions to fix</a:t>
            </a:r>
          </a:p>
          <a:p>
            <a:pPr>
              <a:spcAft>
                <a:spcPts val="1500"/>
              </a:spcAft>
            </a:pPr>
            <a:r>
              <a:rPr sz="17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50" b="0" i="0">
                <a:solidFill>
                  <a:srgbClr val="FFFFFF"/>
                </a:solidFill>
                <a:latin typeface="Calibri"/>
              </a:rPr>
              <a:t>Our contribution: systematic detection of simulation-passing fault variants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Honest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36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Toy RTL: 4x4 MAC array, not real silicon (NVDLA, Gemmini)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Estimated baseline: 45 min/cluster is an industry estimate, not measured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No timing faults: setup/hold violations, pipeline hazards not covered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No memory faults: wrong addressing, DMA errors not covered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Small benchmark: </a:t>
            </a:r>
            <a:r>
              <a:rPr sz="1900" b="1" i="0">
                <a:solidFill>
                  <a:srgbClr val="F0A500"/>
                </a:solidFill>
                <a:latin typeface="Calibri"/>
              </a:rPr>
              <a:t>255 records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vs thousands in real tapeouts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Circular accuracy: rules designed for exactly these fault types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37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423818" cy="50292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08760"/>
            <a:ext cx="320436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0A500"/>
                </a:solidFill>
                <a:latin typeface="Calibri"/>
              </a:rPr>
              <a:t>Short Term (1-3 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3332378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Port to real open-source accelerator: Gemmini or NVDLA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Systematic mutation testing: 100+ auto-generated faults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User study: time real verification engineers (Intel connection)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Measured manual baseline: replace estimate with real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3938" y="1508760"/>
            <a:ext cx="3423818" cy="50292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3666" y="1508760"/>
            <a:ext cx="320436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0A500"/>
                </a:solidFill>
                <a:latin typeface="Calibri"/>
              </a:rPr>
              <a:t>Medium Term (3-6 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2148840"/>
            <a:ext cx="3332378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Timing fault detection via waveform analysis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Memory fault categories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Multi-design generalization test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Model ablation: Claude vs GPT-4 vs Llama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1508760"/>
            <a:ext cx="3423818" cy="50292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7524" y="1508760"/>
            <a:ext cx="320436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0A500"/>
                </a:solidFill>
                <a:latin typeface="Calibri"/>
              </a:rPr>
              <a:t>Long Term (6-12 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3516" y="2148840"/>
            <a:ext cx="3332378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Paper submission: ASP-DAC 2027 or DATE 2027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VS Code / EDA plugin for inline triage hints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Proprietary failure database from industry partnerships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Summary of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38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1.  Complete end-to-end agentic AI pipeline for RTL verification triage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2.  Open-source benchmark dataset: </a:t>
            </a:r>
            <a:r>
              <a:rPr sz="1700" b="1" i="0">
                <a:solidFill>
                  <a:srgbClr val="F0A500"/>
                </a:solidFill>
                <a:latin typeface="Calibri"/>
              </a:rPr>
              <a:t>255 records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, </a:t>
            </a:r>
            <a:r>
              <a:rPr sz="1700" b="1" i="0">
                <a:solidFill>
                  <a:srgbClr val="F0A500"/>
                </a:solidFill>
                <a:latin typeface="Calibri"/>
              </a:rPr>
              <a:t>13 fault variants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, </a:t>
            </a:r>
            <a:r>
              <a:rPr sz="1700" b="1" i="0">
                <a:solidFill>
                  <a:srgbClr val="F0A500"/>
                </a:solidFill>
                <a:latin typeface="Calibri"/>
              </a:rPr>
              <a:t>9 categories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3.  Latent fault detection: 33 simulation-passing bugs correctly flagged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4.  Quantitative evaluation: </a:t>
            </a:r>
            <a:r>
              <a:rPr sz="1700" b="1" i="0">
                <a:solidFill>
                  <a:srgbClr val="F0A500"/>
                </a:solidFill>
                <a:latin typeface="Calibri"/>
              </a:rPr>
              <a:t>96.5%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accuracy, </a:t>
            </a:r>
            <a:r>
              <a:rPr sz="1700" b="1" i="0">
                <a:solidFill>
                  <a:srgbClr val="F0A500"/>
                </a:solidFill>
                <a:latin typeface="Calibri"/>
              </a:rPr>
              <a:t>293x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speedup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5.  Honest ablation: rule-based vs LLM — equal accuracy, LLM adds explanation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6.  Fully reproducible: Docker, pytest, one-command pipeline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7.  131 passing tests, zero failures across all sessions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0A50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Open Source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0584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911535" cy="12700"/>
          </a:xfrm>
          <a:prstGeom prst="rect">
            <a:avLst/>
          </a:prstGeom>
          <a:solidFill>
            <a:srgbClr val="28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00" b="0" i="0">
                <a:solidFill>
                  <a:srgbClr val="C7C9D9"/>
                </a:solidFill>
                <a:latin typeface="Calibri"/>
              </a:rPr>
              <a:t>NN Accelerator Triage  |  Agentic AI for RTL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565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C7C9D9"/>
                </a:solidFill>
                <a:latin typeface="Calibri"/>
              </a:rPr>
              <a:t>39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Full RTL source: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mac_array, quant_unit, mem_arbiter, control_fsm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Fault variants: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13, with documented injection methodology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Regression database: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255-record dataset with JSON schema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Triage pipeline: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feature extractor, clusterer, triage agent, RAG, debug loop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Benchmark tooling: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runner and evaluator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Dashboard: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interactive HTML report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Reproducibility: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Docker for one-command reproduce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0A500"/>
                </a:solidFill>
                <a:latin typeface="Calibri"/>
              </a:rPr>
              <a:t>•  Test suite: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131 pytest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C7C9D9"/>
                </a:solidFill>
                <a:latin typeface="Calibri"/>
              </a:rPr>
              <a:t>GitHub: </a:t>
            </a:r>
            <a:r>
              <a:rPr sz="1400" b="1" i="0">
                <a:solidFill>
                  <a:srgbClr val="6F9CC4"/>
                </a:solidFill>
                <a:latin typeface="Calibri"/>
              </a:rPr>
              <a:t>https://github.com/Sumedh350/nn-accel-triage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50800"/>
          </a:xfrm>
          <a:prstGeom prst="rect">
            <a:avLst/>
          </a:prstGeom>
          <a:solidFill>
            <a:srgbClr val="4A7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342x speedup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5043" y="2880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96.5%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0007" y="2880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131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4971" y="2880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13 fault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9935" y="2880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255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 i="0">
                <a:solidFill>
                  <a:srgbClr val="C7C9D9"/>
                </a:solidFill>
                <a:latin typeface="Calibri"/>
              </a:rPr>
              <a:t>GitHub: </a:t>
            </a:r>
            <a:r>
              <a:rPr sz="1600" b="1" i="0">
                <a:solidFill>
                  <a:srgbClr val="6F9CC4"/>
                </a:solidFill>
                <a:latin typeface="Calibri"/>
              </a:rPr>
              <a:t>https://github.com/Sumedh350/nn-accel-triage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C7C9D9"/>
                </a:solidFill>
                <a:latin typeface="Calibri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